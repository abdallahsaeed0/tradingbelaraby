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Signature" charset="1" panose="00000000000000000000"/>
      <p:regular r:id="rId7"/>
    </p:embeddedFont>
    <p:embeddedFont>
      <p:font typeface="Codec Pro" charset="1" panose="00000500000000000000"/>
      <p:regular r:id="rId8"/>
    </p:embeddedFont>
    <p:embeddedFont>
      <p:font typeface="Paalalabas Wide" charset="1" panose="00000000000000000000"/>
      <p:regular r:id="rId9"/>
    </p:embeddedFont>
    <p:embeddedFont>
      <p:font typeface="Italianno" charset="1" panose="00000000000000000000"/>
      <p:regular r:id="rId10"/>
    </p:embeddedFont>
    <p:embeddedFont>
      <p:font typeface="The Seasons Italics" charset="1" panose="00000000000000000000"/>
      <p:regular r:id="rId11"/>
    </p:embeddedFont>
    <p:embeddedFont>
      <p:font typeface="The Seasons" charset="1" panose="00000000000000000000"/>
      <p:regular r:id="rId12"/>
    </p:embeddedFont>
    <p:embeddedFont>
      <p:font typeface="Sloop Script Pro" charset="1" panose="00000000000000090000"/>
      <p:regular r:id="rId13"/>
    </p:embeddedFont>
    <p:embeddedFont>
      <p:font typeface="Codec Pro Bold" charset="1" panose="000006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32970" y="-1241604"/>
            <a:ext cx="7026060" cy="10043207"/>
          </a:xfrm>
          <a:custGeom>
            <a:avLst/>
            <a:gdLst/>
            <a:ahLst/>
            <a:cxnLst/>
            <a:rect r="r" b="b" t="t" l="l"/>
            <a:pathLst>
              <a:path h="10043207" w="7026060">
                <a:moveTo>
                  <a:pt x="0" y="0"/>
                </a:moveTo>
                <a:lnTo>
                  <a:pt x="7026060" y="0"/>
                </a:lnTo>
                <a:lnTo>
                  <a:pt x="7026060" y="10043208"/>
                </a:lnTo>
                <a:lnTo>
                  <a:pt x="0" y="10043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7386" y="636029"/>
            <a:ext cx="9457228" cy="6431943"/>
            <a:chOff x="0" y="0"/>
            <a:chExt cx="3389257" cy="2305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9257" cy="2305063"/>
            </a:xfrm>
            <a:custGeom>
              <a:avLst/>
              <a:gdLst/>
              <a:ahLst/>
              <a:cxnLst/>
              <a:rect r="r" b="b" t="t" l="l"/>
              <a:pathLst>
                <a:path h="2305063" w="3389257">
                  <a:moveTo>
                    <a:pt x="0" y="0"/>
                  </a:moveTo>
                  <a:lnTo>
                    <a:pt x="3389257" y="0"/>
                  </a:lnTo>
                  <a:lnTo>
                    <a:pt x="3389257" y="2305063"/>
                  </a:lnTo>
                  <a:lnTo>
                    <a:pt x="0" y="2305063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9257" cy="2343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907492" y="5755519"/>
            <a:ext cx="1774564" cy="4762"/>
          </a:xfrm>
          <a:prstGeom prst="line">
            <a:avLst/>
          </a:prstGeom>
          <a:ln cap="rnd" w="9525">
            <a:solidFill>
              <a:srgbClr val="B291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017893" y="5756710"/>
            <a:ext cx="1758666" cy="2381"/>
          </a:xfrm>
          <a:prstGeom prst="line">
            <a:avLst/>
          </a:prstGeom>
          <a:ln cap="rnd" w="9525">
            <a:solidFill>
              <a:srgbClr val="B291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94137" y="5397912"/>
            <a:ext cx="1303726" cy="1607058"/>
          </a:xfrm>
          <a:custGeom>
            <a:avLst/>
            <a:gdLst/>
            <a:ahLst/>
            <a:cxnLst/>
            <a:rect r="r" b="b" t="t" l="l"/>
            <a:pathLst>
              <a:path h="1607058" w="1303726">
                <a:moveTo>
                  <a:pt x="0" y="0"/>
                </a:moveTo>
                <a:lnTo>
                  <a:pt x="1303726" y="0"/>
                </a:lnTo>
                <a:lnTo>
                  <a:pt x="1303726" y="1607058"/>
                </a:lnTo>
                <a:lnTo>
                  <a:pt x="0" y="1607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2641" y="593560"/>
            <a:ext cx="2443023" cy="1465814"/>
          </a:xfrm>
          <a:custGeom>
            <a:avLst/>
            <a:gdLst/>
            <a:ahLst/>
            <a:cxnLst/>
            <a:rect r="r" b="b" t="t" l="l"/>
            <a:pathLst>
              <a:path h="1465814" w="2443023">
                <a:moveTo>
                  <a:pt x="0" y="0"/>
                </a:moveTo>
                <a:lnTo>
                  <a:pt x="2443023" y="0"/>
                </a:lnTo>
                <a:lnTo>
                  <a:pt x="2443023" y="1465813"/>
                </a:lnTo>
                <a:lnTo>
                  <a:pt x="0" y="14658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60994" y="5359812"/>
            <a:ext cx="1776126" cy="1184084"/>
          </a:xfrm>
          <a:custGeom>
            <a:avLst/>
            <a:gdLst/>
            <a:ahLst/>
            <a:cxnLst/>
            <a:rect r="r" b="b" t="t" l="l"/>
            <a:pathLst>
              <a:path h="1184084" w="1776126">
                <a:moveTo>
                  <a:pt x="0" y="0"/>
                </a:moveTo>
                <a:lnTo>
                  <a:pt x="1776126" y="0"/>
                </a:lnTo>
                <a:lnTo>
                  <a:pt x="1776126" y="1184084"/>
                </a:lnTo>
                <a:lnTo>
                  <a:pt x="0" y="1184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6867" y="5087182"/>
            <a:ext cx="22958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13131"/>
                </a:solidFill>
                <a:latin typeface="Signature"/>
                <a:ea typeface="Signature"/>
                <a:cs typeface="Signature"/>
                <a:sym typeface="Signature"/>
              </a:rPr>
              <a:t>Nguyen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9319" y="5087182"/>
            <a:ext cx="22958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13131"/>
                </a:solidFill>
                <a:latin typeface="Signature"/>
                <a:ea typeface="Signature"/>
                <a:cs typeface="Signature"/>
                <a:sym typeface="Signature"/>
              </a:rPr>
              <a:t>Aronowitz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332" y="3796950"/>
            <a:ext cx="8541687" cy="116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spc="48">
                <a:solidFill>
                  <a:srgbClr val="313131"/>
                </a:solidFill>
                <a:latin typeface="Codec Pro"/>
                <a:ea typeface="Codec Pro"/>
                <a:cs typeface="Codec Pro"/>
                <a:sym typeface="Codec Pro"/>
              </a:rPr>
              <a:t>This certificate confirms the successful completion of</a:t>
            </a:r>
          </a:p>
          <a:p>
            <a:pPr algn="ctr">
              <a:lnSpc>
                <a:spcPts val="2699"/>
              </a:lnSpc>
            </a:pPr>
            <a:r>
              <a:rPr lang="en-US" sz="2499" spc="74">
                <a:solidFill>
                  <a:srgbClr val="313131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 </a:t>
            </a:r>
            <a:r>
              <a:rPr lang="en-US" sz="2499" spc="74">
                <a:solidFill>
                  <a:srgbClr val="966907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(course name)</a:t>
            </a:r>
          </a:p>
          <a:p>
            <a:pPr algn="ctr">
              <a:lnSpc>
                <a:spcPts val="2400"/>
              </a:lnSpc>
            </a:pPr>
            <a:r>
              <a:rPr lang="en-US" sz="1600" spc="48">
                <a:solidFill>
                  <a:srgbClr val="313131"/>
                </a:solidFill>
                <a:latin typeface="Codec Pro"/>
                <a:ea typeface="Codec Pro"/>
                <a:cs typeface="Codec Pro"/>
                <a:sym typeface="Codec Pro"/>
              </a:rPr>
              <a:t> delivered online by Trading Bel Araby Academy</a:t>
            </a:r>
          </a:p>
          <a:p>
            <a:pPr algn="ctr">
              <a:lnSpc>
                <a:spcPts val="2400"/>
              </a:lnSpc>
            </a:pPr>
            <a:r>
              <a:rPr lang="en-US" sz="1600" spc="48">
                <a:solidFill>
                  <a:srgbClr val="313131"/>
                </a:solidFill>
                <a:latin typeface="Codec Pro"/>
                <a:ea typeface="Codec Pro"/>
                <a:cs typeface="Codec Pro"/>
                <a:sym typeface="Codec Pro"/>
              </a:rPr>
              <a:t> from August 9 to August 28, 2028.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9924" y="3227741"/>
            <a:ext cx="73982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spc="180">
                <a:solidFill>
                  <a:srgbClr val="966907"/>
                </a:solidFill>
                <a:latin typeface="Italianno"/>
                <a:ea typeface="Italianno"/>
                <a:cs typeface="Italianno"/>
                <a:sym typeface="Italianno"/>
              </a:rPr>
              <a:t>Student 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79778" y="2990057"/>
            <a:ext cx="5338558" cy="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0">
                <a:solidFill>
                  <a:srgbClr val="313131"/>
                </a:solidFill>
                <a:latin typeface="Codec Pro"/>
                <a:ea typeface="Codec Pro"/>
                <a:cs typeface="Codec Pro"/>
                <a:sym typeface="Codec Pro"/>
              </a:rPr>
              <a:t>PROUDLY PRESENTED 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77522" y="2431257"/>
            <a:ext cx="4336955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B2914A"/>
                </a:solidFill>
                <a:latin typeface="The Seasons Italics"/>
                <a:ea typeface="The Seasons Italics"/>
                <a:cs typeface="The Seasons Italics"/>
                <a:sym typeface="The Seasons Italics"/>
              </a:rPr>
              <a:t>of completion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1313" y="1570832"/>
            <a:ext cx="602567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B2914A"/>
                </a:solidFill>
                <a:latin typeface="The Seasons"/>
                <a:ea typeface="The Seasons"/>
                <a:cs typeface="The Seasons"/>
                <a:sym typeface="The Seasons"/>
              </a:rPr>
              <a:t>ERTIFICATE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46867" y="5763774"/>
            <a:ext cx="22958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131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Kimberly Nguyen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29098" y="6180017"/>
            <a:ext cx="1931352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 spc="100">
                <a:solidFill>
                  <a:srgbClr val="8E8A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COURSE DIRECTOR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9319" y="5763774"/>
            <a:ext cx="22958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131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Alexander Aronowitz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31550" y="6180017"/>
            <a:ext cx="1931352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 spc="100">
                <a:solidFill>
                  <a:srgbClr val="8E8A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5944" y="1107392"/>
            <a:ext cx="1930738" cy="20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58"/>
              </a:lnSpc>
            </a:pPr>
            <a:r>
              <a:rPr lang="en-US" sz="11755">
                <a:solidFill>
                  <a:srgbClr val="B2914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DAG-_B_oZno</dc:identifier>
  <dcterms:modified xsi:type="dcterms:W3CDTF">2011-08-01T06:04:30Z</dcterms:modified>
  <cp:revision>1</cp:revision>
  <dc:title>Copy of White and Golden Neutral Minimalist Vintage Completion Certificate</dc:title>
</cp:coreProperties>
</file>